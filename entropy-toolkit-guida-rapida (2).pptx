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11365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E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Entropy Toolkit — Guida Rapida all'Ordine di Esecuzione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49808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tool standalone, offline, zero dipendenze esterne — dalla sorgente grezza autoprodotta alla seed per una chiave. In che ordine usarli e dove si inseriscono i due controlli incrociati (facoltativi).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11365992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258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Scegli l'estrattore giusto per il tipo di sorgente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64208"/>
          <a:ext cx="544068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Tipo di sorgente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Bit incollati a mano, anche da più sorgenti eterogenee (fino a 4)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E47"/>
                          </a:solidFill>
                        </a:rPr>
                        <a:t>EntropyPipeline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Un unico dump grezzo (audio RAW mono, video, TRNG, CSV di sensori, zip autoprodotto)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E47"/>
                          </a:solidFill>
                        </a:rPr>
                        <a:t>entropy-extractor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Due dark frame da sensore fotografico (due scatti sequenziali, obiettivo della macchina fotografica tappato, formato RAW)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E47"/>
                          </a:solidFill>
                        </a:rPr>
                        <a:t>entropy-extractor-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E47"/>
                          </a:solidFill>
                        </a:rPr>
                        <a:t>raw-2photo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11480" y="3639312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Sorgenti diverse per formato: </a:t>
            </a:r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estrai ciascuna col tool giusto, poi fondile con la combinazione multi-sorgente di EntropyPipeline (modalità Concatenazione: additiva e sempre sicura; XOR/Interleave solo se le sorgenti sono già verificate indipendenti).</a:t>
            </a:r>
            <a:endParaRPr lang="en-US" sz="93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455371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In una riga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4864608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 w="9525">
            <a:solidFill>
              <a:srgbClr val="D6DE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864608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sorgente/i grezza</a:t>
            </a:r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[crosscheck facoltativo]</a:t>
            </a:r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A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estrattore giusto</a:t>
            </a:r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[crosscheck consigliato]</a:t>
            </a:r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A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entropy-key-format</a:t>
            </a:r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seed/chiavi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5989320"/>
            <a:ext cx="5440680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" y="6108192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e 5 i tool sono in fase beta, non ancora auditati in modo indipendente e definitivo da terzi — vedi SECURITY-NOTES.md e AUDIT-NOTES.md di ciascun repository. Nessuno dei due controlli incrociati sostituisce un audit crittografico reale.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132588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Sequenza di esecuzione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72200" y="1664208"/>
            <a:ext cx="56235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81928" y="1792224"/>
            <a:ext cx="329184" cy="329184"/>
          </a:xfrm>
          <a:prstGeom prst="ellipse">
            <a:avLst/>
          </a:prstGeom>
          <a:solidFill>
            <a:srgbClr val="0D3B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81928" y="1792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737360"/>
            <a:ext cx="4937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A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Estrazione grezza
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il tool scelto al punto 1: stima H_min (Clopper-Pearson) → health test (RCT/APT) → Peres Extractor → Toeplitz Hashing con margine LHL selezionabile. Nasce qui il bound information-theoretic. Possono essere usati in combo, entropy-extractor e/o entropy-extractor-raw-2photo alimentano EntropyPipeline.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3035808"/>
            <a:ext cx="5623560" cy="1298448"/>
          </a:xfrm>
          <a:prstGeom prst="rect">
            <a:avLst/>
          </a:prstGeom>
          <a:solidFill>
            <a:srgbClr val="F5F8FA"/>
          </a:solidFill>
          <a:ln w="9525">
            <a:solidFill>
              <a:srgbClr val="D6DE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81928" y="3163824"/>
            <a:ext cx="329184" cy="329184"/>
          </a:xfrm>
          <a:prstGeom prst="ellipse">
            <a:avLst/>
          </a:prstGeom>
          <a:solidFill>
            <a:srgbClr val="0D3B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81928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3108960"/>
            <a:ext cx="49377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A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Controprova sull'output finale — entropy-crosscheck
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i 6 test indipendenti (compressione, chi², Pearson+permutazione, Hamming multi-shift) sull'output POST-estrazione. Cattura pattern residui che i test interni dell'estrattore potrebbero non vedere.</a:t>
            </a:r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40" i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Facoltativo, ma è il controllo con la copertura più ampia se puoi farne solo uno.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72200" y="4407408"/>
            <a:ext cx="5623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81928" y="4535424"/>
            <a:ext cx="329184" cy="329184"/>
          </a:xfrm>
          <a:prstGeom prst="ellipse">
            <a:avLst/>
          </a:prstGeom>
          <a:solidFill>
            <a:srgbClr val="0D3B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81928" y="4535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720840" y="4480560"/>
            <a:ext cx="4937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A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Derivazione della seed — entropy-key-format
</a:t>
            </a:r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sull'output FINALE post-Toeplitz: HKDF-Extract una volta, poi HKDF-Expand con un'etichetta distinta per ciascun materiale — chiavi AES-256/HMAC-SHA256, seed X25519/Ed25519, primi p e q per RSA.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72200" y="5568696"/>
            <a:ext cx="5623560" cy="1051560"/>
          </a:xfrm>
          <a:prstGeom prst="roundRect">
            <a:avLst>
              <a:gd name="adj" fmla="val 5217"/>
            </a:avLst>
          </a:prstGeom>
          <a:solidFill>
            <a:srgbClr val="FFF3E0"/>
          </a:solidFill>
          <a:ln w="9525">
            <a:solidFill>
              <a:srgbClr val="FFB74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5660136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Controprova anche PRIMA dell'estrazione (facoltativa): </a:t>
            </a:r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sospetti che due sorgenti condividano un'origine, o che una sorgente grezza abbia un bias, fai girare entropy-crosscheck sui dati grezzi prima del passo 1 — decidi se fidarti dell'input prima di spendere calcolo sull'estrazione.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Entropy Toolkit - Guida Rapida</dc:title>
  <dc:subject>PptxGenJS Presentation</dc:subject>
  <dc:creator>entropy-toolkit</dc:creator>
  <cp:lastModifiedBy>entropy-toolkit</cp:lastModifiedBy>
  <cp:revision>1</cp:revision>
  <dcterms:created xsi:type="dcterms:W3CDTF">2026-09-15T12:14:16Z</dcterms:created>
  <dcterms:modified xsi:type="dcterms:W3CDTF">2026-09-15T12:14:16Z</dcterms:modified>
</cp:coreProperties>
</file>